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0" cy="73152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GUESS ONLINE TURNAROUND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수익성 개선 및 브랜드 재구축 전략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작성일: 2026년 6월  |  보고 대상: 경영진 및 C-Level 리더십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274320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 (Executive Summary)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05128"/>
            </a:avLst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12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구조의 한계 및 문제점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05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홈쇼핑/아울렛 중심의 저단가 할인 판매 의존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05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브랜드 이미지 노후화 및 4050 세대 편중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05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백화점 오프라인 채널 정체와 ASP 하락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205128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통합 마스터플랜 방향성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2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온라인 유통 채널 3원화 관리 (채널 카니발 차단)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2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고감도 콘텐츠 및 한정판/스트리트 콜라보 전개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2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No-Sale 원칙 기반 할인 없는 제값 판매 구조 안착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2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젊은 MZ 신규 고객 확보 및 브랜드 가치 쇄신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274320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CONTEXT &amp;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현황 및 핵심 문제 진단 (Context &amp; Problem)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2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양극화 &amp; 백화점 정체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백화점 오프라인 매출 감소세를 아울렛·홈쇼핑 중심의 매출로 방어함에 따라, 브랜드 단가(ASP)가 지속적으로 훼손되는 정체기에 직면해 있습니다.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3474720"/>
          </a:xfrm>
          <a:prstGeom prst="roundRect">
            <a:avLst>
              <a:gd name="adj" fmla="val 2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이미지 노후화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저단가 대량 판매 및 홈쇼핑 중심의 잦은 노출로 인해, 젊은 세대 사이에서 '4050 타깃의 올드한 브랜드'라는 인식이 깊어지고 있습니다.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2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버티컬 플랫폼 성장 정체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Gen-Z가 밀집한 패션 버티컬몰(무신사/29CM 등)에서 독자적인 감성 구축에 실패하고, 데님 하의 외 카테고리 확장이 지연되고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274320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CORE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핵심 전략 방향: 투 트랙(Dual-Track) 마스터플랜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안정 매출 축 (Volume &amp; Cash Cow)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브랜드 턴어라운드 축 (Value &amp; Margin)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0D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채널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홈쇼핑, 오프라인 아울렛, 종합몰 기본물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자사몰(D2C), 패션 전문 버티컬몰 (무신사/29CM)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목적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대중적 볼륨 유지 및 안정적 현금 흐름 확보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MZ 신규 고객 유입, 고단가(ASP) 회복, 마진 극대화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정책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상시 쿠폰 매칭, 이월 상품 할인 전개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No-Sale 정책 고수 (정상가 판매율 95% 이상)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274320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DISTRIBUTION CHANNEL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외부몰 및 D2C 유통 채널 3원화 전략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214286"/>
            </a:avLst>
          </a:prstGeom>
          <a:solidFill>
            <a:srgbClr val="FFFFFF"/>
          </a:solidFill>
          <a:ln w="25400">
            <a:solidFill>
              <a:srgbClr val="D00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2377440" cy="320040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CHANNEL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0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패션 전문 버티컬몰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무신사 / 29CM / W컨셉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2194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브랜드 이미지 리포지셔닝 전초기지
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90s 아카이브 한정판 &amp; 전용 캡슐 독점
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정상가 판매(No-Sale)로 프리미엄 인식 구축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560320" cy="3474720"/>
          </a:xfrm>
          <a:prstGeom prst="roundRect">
            <a:avLst>
              <a:gd name="adj" fmla="val 2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백화점 종합몰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5087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SSG / 롯데온 / 현대H몰 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783080"/>
            <a:ext cx="2194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920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백화점 리테일 오프라인 가치 보완
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프리미엄 라인 (Marciano, Luxe 등) 중심
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실시간 재고 연동 및 정상 단가 유지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2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오픈마켓 &amp; 소셜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5087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쿠팡 / 네이버 스마트스토어 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1783080"/>
            <a:ext cx="2194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920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기본 코어 아이템 및 이월 소진 채널
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대중적 기본물 및 이월 재고 제한적 노출
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콜라보/프리미엄 노출 차단으로 가격 오염 방지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274320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PRODUCT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상품 콘텐츠 혁신: '뾰족한' 킬러 아이템 전개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15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'90s 빈티지 아카이브' &amp; '힙 스트리트' 콜라보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0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헤리티지 극대화: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게스 고유의 80-90년대 삼각 로고 디테일 및 레트로 데님 워싱을 부각합니다.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00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도메스틱 디자이너 브랜드 협업: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현재 MZ 세대가 열광하는 힙한 스트리트 디자이너 브랜드와 협업 캡슐 전개.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00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소장 가치 제고: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한정 수량 캡슐 라인으로 패션 고관여층 유입 촉진.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15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리포지셔닝 (하의 중심 → 상의·잡화)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데님 코어 하의 경쟁력 유지: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전통적 강점인 데님 팬츠의 오리지널리티 및 핏, 품질 수준은 흔들림 없이 유지합니다.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상의 및 잡화 카테고리 쇄신: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크롭 탑, 그래픽 티셔츠, Y2K 니트, 볼캡 및 미니백을 스트리트 감성으로 리디자인.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첫 구매 허들 완화: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진입 장벽이 낮은 상의/잡화 판매를 유도하여 크로스 세트 판매율을 견인.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274320"/>
          </a:xfrm>
          <a:prstGeom prst="rect">
            <a:avLst/>
          </a:prstGeom>
          <a:solidFill>
            <a:srgbClr val="D00D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EXPECTED EFFECTS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기대효과 및 실행 로드맵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463040"/>
          </a:xfrm>
          <a:prstGeom prst="roundRect">
            <a:avLst>
              <a:gd name="adj" fmla="val 37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재무적 기대효과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온라인 부문 평균 정상가 판매율(Full-Price Sell-through) 현행 대비 25% 이상 개선 및 온라인 영업이익률 상승 견인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463040"/>
          </a:xfrm>
          <a:prstGeom prst="roundRect">
            <a:avLst>
              <a:gd name="adj" fmla="val 37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브랜드적 기대효과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2030 핵심 고객의 자사몰 및 버티컬 플랫폼 유입 증가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백화점 리테일 매장의 프리미엄 가치 동반 상승 및 ASP 정상화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560320" cy="1828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1: 준비 단계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콜라보레이션 파트너십 체결 및 외부몰 카테고리별 상품 맵핑 경계 설정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0"/>
            <a:ext cx="2560320" cy="1828800"/>
          </a:xfrm>
          <a:prstGeom prst="roundRect">
            <a:avLst>
              <a:gd name="adj" fmla="val 300000"/>
            </a:avLst>
          </a:prstGeom>
          <a:solidFill>
            <a:srgbClr val="FFF5F5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0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0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2: 런칭 단계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4290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패션 버티컬몰 &amp; 자사몰 중심 'Originals 캡슐' 독점 릴리즈 및 No-Sale 디렉팅 시작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560320" cy="1828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3: 안정 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290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고단가 데이터 기반 정가 판매 안착 및 온-오프 백화점 리테일 브랜딩 쇄신 연계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2026-06-18T07:13:58Z</dcterms:created>
  <dcterms:modified xsi:type="dcterms:W3CDTF">2026-06-18T07:13:58Z</dcterms:modified>
</cp:coreProperties>
</file>